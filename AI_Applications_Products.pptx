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7B2FFF">
              <a:alpha val="22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200400"/>
            <a:ext cx="2743200" cy="27432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743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2743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743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2743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743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2743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5544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5544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15544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15544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5544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5544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5544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83464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283464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83464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283464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83464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283464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283464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48640"/>
            <a:ext cx="1371600" cy="137160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2011680" y="640080"/>
            <a:ext cx="2926080" cy="411480"/>
          </a:xfrm>
          <a:prstGeom prst="roundRect">
            <a:avLst>
              <a:gd name="adj" fmla="val 44444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11680" y="621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ARTIFICIAL INTELLIGENCE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5400" dirty="0"/>
          </a:p>
        </p:txBody>
      </p:sp>
      <p:sp>
        <p:nvSpPr>
          <p:cNvPr id="41" name="Text 38"/>
          <p:cNvSpPr/>
          <p:nvPr/>
        </p:nvSpPr>
        <p:spPr>
          <a:xfrm>
            <a:off x="365760" y="2057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PRODUCTS</a:t>
            </a:r>
            <a:endParaRPr lang="en-US" sz="5400" dirty="0"/>
          </a:p>
        </p:txBody>
      </p:sp>
      <p:sp>
        <p:nvSpPr>
          <p:cNvPr id="42" name="Text 39"/>
          <p:cNvSpPr/>
          <p:nvPr/>
        </p:nvSpPr>
        <p:spPr>
          <a:xfrm>
            <a:off x="36576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Applications of Artificial Intelligence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365760" y="438912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7B2FFF">
                <a:alpha val="4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5760" y="4379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 Lakshman J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291840" y="438912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91840" y="4379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  Real-World AI Products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217920" y="438912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>
                <a:alpha val="4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217920" y="4379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  Artificial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34440"/>
            <a:ext cx="5029200" cy="1234440"/>
          </a:xfrm>
          <a:prstGeom prst="roundRect">
            <a:avLst>
              <a:gd name="adj" fmla="val 11111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1261872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enables machines to learn from data, analyze patterns, and make intelligent decisions — much like the human brain.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606040"/>
            <a:ext cx="5029200" cy="822960"/>
          </a:xfrm>
          <a:prstGeom prst="roundRect">
            <a:avLst>
              <a:gd name="adj" fmla="val 16667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1576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26243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products we use every day — from food delivery to gaming — are powered by AI.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69280" y="1097280"/>
            <a:ext cx="3200400" cy="3291840"/>
          </a:xfrm>
          <a:prstGeom prst="roundRect">
            <a:avLst>
              <a:gd name="adj" fmla="val 5714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52400" dist="50800" dir="2700000">
              <a:srgbClr val="000000">
                <a:alpha val="4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760720" y="1170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5 AI-Powered Products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806440" y="1627632"/>
            <a:ext cx="2926080" cy="402336"/>
          </a:xfrm>
          <a:prstGeom prst="roundRect">
            <a:avLst>
              <a:gd name="adj" fmla="val 22727"/>
            </a:avLst>
          </a:prstGeom>
          <a:solidFill>
            <a:srgbClr val="FF6B35">
              <a:alpha val="18000"/>
            </a:srgbClr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97880" y="16276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🍕  Zomato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806440" y="2157984"/>
            <a:ext cx="2926080" cy="402336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97880" y="21579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🚗  Uber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806440" y="2688336"/>
            <a:ext cx="2926080" cy="402336"/>
          </a:xfrm>
          <a:prstGeom prst="roundRect">
            <a:avLst>
              <a:gd name="adj" fmla="val 22727"/>
            </a:avLst>
          </a:prstGeom>
          <a:solidFill>
            <a:srgbClr val="00E676">
              <a:alpha val="18000"/>
            </a:srgbClr>
          </a:solidFill>
          <a:ln w="12700">
            <a:solidFill>
              <a:srgbClr val="00E676">
                <a:alpha val="35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97880" y="268833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💳  PhonePe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806440" y="3218688"/>
            <a:ext cx="2926080" cy="402336"/>
          </a:xfrm>
          <a:prstGeom prst="roundRect">
            <a:avLst>
              <a:gd name="adj" fmla="val 22727"/>
            </a:avLst>
          </a:prstGeom>
          <a:solidFill>
            <a:srgbClr val="7B2FFF">
              <a:alpha val="18000"/>
            </a:srgbClr>
          </a:solidFill>
          <a:ln w="12700">
            <a:solidFill>
              <a:srgbClr val="7B2FFF">
                <a:alpha val="3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97880" y="32186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📞  Truecaller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806440" y="3749040"/>
            <a:ext cx="2926080" cy="402336"/>
          </a:xfrm>
          <a:prstGeom prst="roundRect">
            <a:avLst>
              <a:gd name="adj" fmla="val 22727"/>
            </a:avLst>
          </a:prstGeom>
          <a:solidFill>
            <a:srgbClr val="FFD700">
              <a:alpha val="18000"/>
            </a:srgbClr>
          </a:solidFill>
          <a:ln w="12700">
            <a:solidFill>
              <a:srgbClr val="FFD700">
                <a:alpha val="3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897880" y="3749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🎮  Garena Free Fire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EC5"/>
                </a:solidFill>
              </a:rPr>
              <a:t>This presentation explores how AI transforms 5 popular real-world products.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82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3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"/>
            <a:ext cx="2286000" cy="347472"/>
          </a:xfrm>
          <a:prstGeom prst="roundRect">
            <a:avLst>
              <a:gd name="adj" fmla="val 47368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AI PRODUCT SPOTLIGHT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Zomato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</a:rPr>
              <a:t>AI-powered food delivery &amp; restaurant discovery 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9164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64792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AI Technologies Used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230428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2688336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3072384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017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1691640"/>
            <a:ext cx="4114800" cy="3063240"/>
          </a:xfrm>
          <a:prstGeom prst="roundRect">
            <a:avLst>
              <a:gd name="adj" fmla="val 4478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64792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How AI Improves the Product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92040" y="224028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6B35">
              <a:alpha val="13000"/>
            </a:srgbClr>
          </a:solidFill>
          <a:ln w="12700">
            <a:solidFill>
              <a:srgbClr val="FF6B35">
                <a:alpha val="28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0" y="22585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Recommends restaurants &amp; dishes based on your past orders and ratings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892040" y="301752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6B35">
              <a:alpha val="13000"/>
            </a:srgbClr>
          </a:solidFill>
          <a:ln w="12700">
            <a:solidFill>
              <a:srgbClr val="FF6B35">
                <a:alpha val="28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0" y="30358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Analyzes user preferences to offer personalized meal suggestions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6B35">
              <a:alpha val="13000"/>
            </a:srgbClr>
          </a:solidFill>
          <a:ln w="12700">
            <a:solidFill>
              <a:srgbClr val="FF6B35">
                <a:alpha val="28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0" y="3813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Improves customer experience with smart, data-driven choices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02920" y="3337560"/>
            <a:ext cx="640080" cy="64008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56432"/>
            <a:ext cx="402336" cy="40233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2860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01168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3456432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73736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52044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456432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24612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Smart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82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4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"/>
            <a:ext cx="2286000" cy="347472"/>
          </a:xfrm>
          <a:prstGeom prst="roundRect">
            <a:avLst>
              <a:gd name="adj" fmla="val 47368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AI PRODUCT SPOTLIGHT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Uber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</a:rPr>
              <a:t>AI-driven ride-hailing &amp; intelligent route optimization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9164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64792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AI Technologies Used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230428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268833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307238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017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AI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1691640"/>
            <a:ext cx="4114800" cy="3063240"/>
          </a:xfrm>
          <a:prstGeom prst="roundRect">
            <a:avLst>
              <a:gd name="adj" fmla="val 4478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64792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How AI Improves the Product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92040" y="224028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28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0" y="22585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Matches riders with the nearest available driver instantly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892040" y="301752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28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0" y="30358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Predicts accurate travel time and dynamic fare pricing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28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0" y="3813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Selects the fastest route using live traffic analysis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02920" y="3337560"/>
            <a:ext cx="640080" cy="64008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56432"/>
            <a:ext cx="402336" cy="40233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2860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01168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3456432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73736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52044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456432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24612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Smart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E676">
              <a:alpha val="15000"/>
            </a:srgbClr>
          </a:solidFill>
          <a:ln w="12700">
            <a:solidFill>
              <a:srgbClr val="00E67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00E676">
              <a:alpha val="10000"/>
            </a:srgbClr>
          </a:solidFill>
          <a:ln w="12700">
            <a:solidFill>
              <a:srgbClr val="00E6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82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5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"/>
            <a:ext cx="2286000" cy="347472"/>
          </a:xfrm>
          <a:prstGeom prst="roundRect">
            <a:avLst>
              <a:gd name="adj" fmla="val 47368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676"/>
                </a:solidFill>
              </a:rPr>
              <a:t>AI PRODUCT SPOTLIGHT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PhonePe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</a:rPr>
              <a:t>AI-secured digital payments &amp; fraud prevention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9164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64792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AI Technologies Used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2304288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AI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2688336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3072384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017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1691640"/>
            <a:ext cx="4114800" cy="3063240"/>
          </a:xfrm>
          <a:prstGeom prst="roundRect">
            <a:avLst>
              <a:gd name="adj" fmla="val 4478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64792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How AI Improves the Product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92040" y="224028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00E676">
              <a:alpha val="13000"/>
            </a:srgbClr>
          </a:solidFill>
          <a:ln w="12700">
            <a:solidFill>
              <a:srgbClr val="00E676">
                <a:alpha val="28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0" y="22585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Detects suspicious transactions and unusual account activity in real-time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892040" y="301752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00E676">
              <a:alpha val="13000"/>
            </a:srgbClr>
          </a:solidFill>
          <a:ln w="12700">
            <a:solidFill>
              <a:srgbClr val="00E676">
                <a:alpha val="28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0" y="30358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Prevents fraud and financial scams before they happen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00E676">
              <a:alpha val="13000"/>
            </a:srgbClr>
          </a:solidFill>
          <a:ln w="12700">
            <a:solidFill>
              <a:srgbClr val="00E676">
                <a:alpha val="28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0" y="3813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Improves payment security and builds long-term user trust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02920" y="3337560"/>
            <a:ext cx="640080" cy="640080"/>
          </a:xfrm>
          <a:prstGeom prst="ellipse">
            <a:avLst/>
          </a:prstGeom>
          <a:solidFill>
            <a:srgbClr val="00E676">
              <a:alpha val="25000"/>
            </a:srgbClr>
          </a:solidFill>
          <a:ln w="12700">
            <a:solidFill>
              <a:srgbClr val="00E676">
                <a:alpha val="5000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56432"/>
            <a:ext cx="402336" cy="40233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2860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01168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3456432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73736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52044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456432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24612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Smart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82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6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"/>
            <a:ext cx="2286000" cy="347472"/>
          </a:xfrm>
          <a:prstGeom prst="roundRect">
            <a:avLst>
              <a:gd name="adj" fmla="val 47368"/>
            </a:avLst>
          </a:prstGeom>
          <a:solidFill>
            <a:srgbClr val="7B2FFF">
              <a:alpha val="20000"/>
            </a:srgbClr>
          </a:solidFill>
          <a:ln w="12700">
            <a:solidFill>
              <a:srgbClr val="7B2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2FFF"/>
                </a:solidFill>
              </a:rPr>
              <a:t>AI PRODUCT SPOTLIGHT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Truecaller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</a:rPr>
              <a:t>AI-powered caller identification &amp; spam protection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9164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64792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</a:rPr>
              <a:t>AI Technologies Used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2304288"/>
            <a:ext cx="91440" cy="9144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2688336"/>
            <a:ext cx="91440" cy="9144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3072384"/>
            <a:ext cx="91440" cy="9144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017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Data Intelligence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1691640"/>
            <a:ext cx="4114800" cy="3063240"/>
          </a:xfrm>
          <a:prstGeom prst="roundRect">
            <a:avLst>
              <a:gd name="adj" fmla="val 4478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64792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</a:rPr>
              <a:t>How AI Improves the Product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92040" y="224028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7B2FFF">
              <a:alpha val="13000"/>
            </a:srgbClr>
          </a:solidFill>
          <a:ln w="12700">
            <a:solidFill>
              <a:srgbClr val="7B2FFF">
                <a:alpha val="28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0" y="22585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Identifies unknown callers instantly using global database intelligence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892040" y="301752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7B2FFF">
              <a:alpha val="13000"/>
            </a:srgbClr>
          </a:solidFill>
          <a:ln w="12700">
            <a:solidFill>
              <a:srgbClr val="7B2FFF">
                <a:alpha val="28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0" y="30358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Detects and blocks spam, robocalls, and fraud calls automatically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7B2FFF">
              <a:alpha val="13000"/>
            </a:srgbClr>
          </a:solidFill>
          <a:ln w="12700">
            <a:solidFill>
              <a:srgbClr val="7B2FFF">
                <a:alpha val="28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0" y="3813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Helps users avoid scam calls and unwanted telemarketing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02920" y="3337560"/>
            <a:ext cx="640080" cy="640080"/>
          </a:xfrm>
          <a:prstGeom prst="ellipse">
            <a:avLst/>
          </a:prstGeom>
          <a:solidFill>
            <a:srgbClr val="7B2FFF">
              <a:alpha val="25000"/>
            </a:srgbClr>
          </a:solidFill>
          <a:ln w="12700">
            <a:solidFill>
              <a:srgbClr val="7B2FFF">
                <a:alpha val="5000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56432"/>
            <a:ext cx="402336" cy="40233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2860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01168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3456432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73736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52044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456432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24612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Smart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FFD700">
              <a:alpha val="15000"/>
            </a:srgbClr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FFD700">
              <a:alpha val="10000"/>
            </a:srgbClr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82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7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"/>
            <a:ext cx="2286000" cy="347472"/>
          </a:xfrm>
          <a:prstGeom prst="roundRect">
            <a:avLst>
              <a:gd name="adj" fmla="val 47368"/>
            </a:avLst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AI PRODUCT SPOTLIGHT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Garena Free Fire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</a:rPr>
              <a:t>AI-enhanced battle royale gaming experience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9164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64792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AI Technologies Used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2304288"/>
            <a:ext cx="91440" cy="914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Bots &amp; NPC Control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2688336"/>
            <a:ext cx="91440" cy="914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Algorithms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3072384"/>
            <a:ext cx="91440" cy="914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017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Machine Learning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1691640"/>
            <a:ext cx="4114800" cy="3063240"/>
          </a:xfrm>
          <a:prstGeom prst="roundRect">
            <a:avLst>
              <a:gd name="adj" fmla="val 4478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64792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How AI Improves the Product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92040" y="224028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D700">
              <a:alpha val="13000"/>
            </a:srgbClr>
          </a:solidFill>
          <a:ln w="12700">
            <a:solidFill>
              <a:srgbClr val="FFD700">
                <a:alpha val="28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0" y="22585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AI-controlled bots provide balanced gameplay for new players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892040" y="301752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D700">
              <a:alpha val="13000"/>
            </a:srgbClr>
          </a:solidFill>
          <a:ln w="12700">
            <a:solidFill>
              <a:srgbClr val="FFD700">
                <a:alpha val="28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0" y="30358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Matches players with similar skill levels for fair competition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D700">
              <a:alpha val="13000"/>
            </a:srgbClr>
          </a:solidFill>
          <a:ln w="12700">
            <a:solidFill>
              <a:srgbClr val="FFD700">
                <a:alpha val="28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0" y="3813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Detects cheating and suspicious behavior to ensure game fairness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02920" y="3337560"/>
            <a:ext cx="640080" cy="640080"/>
          </a:xfrm>
          <a:prstGeom prst="ellipse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56432"/>
            <a:ext cx="402336" cy="40233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2860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01168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3456432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73736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520440" y="3337560"/>
            <a:ext cx="640080" cy="64008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4A5A8A">
                <a:alpha val="50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456432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24612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Smart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Technologies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Benefit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🍕 Zomato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System +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food suggestions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🚗 Uber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Analytics +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route &amp; fare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💳 PhonePe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 AI +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transactions in 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📞 Truecaller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Recognition +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&amp; unknown call blocking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🎮 Free Fire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Bots + Matchmaking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&amp; balanced gameplay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AI PROCESS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Works in These Products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2588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1560" y="1417320"/>
            <a:ext cx="640080" cy="64008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behavior, transactions, calls, and gameplay are continuously recorded.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78608" y="132588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1417320"/>
            <a:ext cx="640080" cy="640080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FF"/>
                </a:solidFill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70048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70048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analyze patterns, detect anomalies, and learn from data.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98848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2FFF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91456" y="132588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77256" y="1417320"/>
            <a:ext cx="640080" cy="640080"/>
          </a:xfrm>
          <a:prstGeom prst="ellipse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725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82896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82896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takes action — recommends, blocks, routes, or matches — automatically.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11696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004304" y="132588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90104" y="1417320"/>
            <a:ext cx="640080" cy="640080"/>
          </a:xfrm>
          <a:prstGeom prst="ellipse">
            <a:avLst/>
          </a:prstGeom>
          <a:solidFill>
            <a:srgbClr val="00E676">
              <a:alpha val="30000"/>
            </a:srgbClr>
          </a:solidFill>
          <a:ln w="12700">
            <a:solidFill>
              <a:srgbClr val="00E676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0104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95744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Experience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95744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receive personalized, secure, and efficient outcomes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35"/>
                </a:solidFill>
              </a:rPr>
              <a:t>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of AI in Products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4663440"/>
            <a:ext cx="64008" cy="6400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8016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173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1389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tailors the experience for each user based on their habits and preferences.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91840" y="128016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1732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31920" y="1389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01568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and spam blocking protect users from scams and threats.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7920" y="128016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173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1389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27648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and predictions save time and reduce operational costs.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65760" y="306324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0040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1729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UX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75488" y="372160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features make apps more intuitive, responsive, and satisfying.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91840" y="306324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2004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31920" y="31729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401568" y="372160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 are handled automatically, reducing manual effort.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217920" y="306324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20040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0" y="31729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327648" y="372160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enables new features that were impossible just a few years ago.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1371600"/>
            <a:ext cx="5486400" cy="5486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Everywhere.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It's Improving Your Life Every Day.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2834640"/>
            <a:ext cx="1600200" cy="1463040"/>
          </a:xfrm>
          <a:prstGeom prst="roundRect">
            <a:avLst>
              <a:gd name="adj" fmla="val 9375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Zomato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345643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your next meal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21408" y="2834640"/>
            <a:ext cx="1600200" cy="1463040"/>
          </a:xfrm>
          <a:prstGeom prst="roundRect">
            <a:avLst>
              <a:gd name="adj" fmla="val 9375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139696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Uber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39696" y="345643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you there faster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77056" y="2834640"/>
            <a:ext cx="1600200" cy="1463040"/>
          </a:xfrm>
          <a:prstGeom prst="roundRect">
            <a:avLst>
              <a:gd name="adj" fmla="val 9375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895344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PhonePe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95344" y="345643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payments safe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32704" y="2834640"/>
            <a:ext cx="1600200" cy="1463040"/>
          </a:xfrm>
          <a:prstGeom prst="roundRect">
            <a:avLst>
              <a:gd name="adj" fmla="val 9375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50992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Truecaller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50992" y="345643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unwanted calls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88352" y="2834640"/>
            <a:ext cx="1600200" cy="1463040"/>
          </a:xfrm>
          <a:prstGeom prst="roundRect">
            <a:avLst>
              <a:gd name="adj" fmla="val 9375"/>
            </a:avLst>
          </a:prstGeom>
          <a:solidFill>
            <a:srgbClr val="131E5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406640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Free Fire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06640" y="345643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fair gaming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EC5"/>
                </a:solidFill>
              </a:rPr>
              <a:t>AI is not the future — it is the present.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12801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66760" y="22860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1732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468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6760" y="329184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1732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468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9204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2940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66760" y="42976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57200"/>
            <a:ext cx="1463040" cy="146304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6" name="Text 5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0BEC5"/>
                </a:solidFill>
              </a:rPr>
              <a:t>for watching this presentation</a:t>
            </a:r>
            <a:endParaRPr lang="en-US" sz="1700" dirty="0"/>
          </a:p>
        </p:txBody>
      </p:sp>
      <p:sp>
        <p:nvSpPr>
          <p:cNvPr id="57" name="Shape 54"/>
          <p:cNvSpPr/>
          <p:nvPr/>
        </p:nvSpPr>
        <p:spPr>
          <a:xfrm>
            <a:off x="365760" y="438912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7B2FFF">
                <a:alpha val="45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65760" y="4379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 Lakshman J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291840" y="438912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291840" y="4379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  Real-World AI Products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217920" y="438912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>
                <a:alpha val="45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217920" y="4379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  Artificial Intelligence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Applications &amp; Products</dc:title>
  <dc:subject>PptxGenJS Presentation</dc:subject>
  <dc:creator>PptxGenJS</dc:creator>
  <cp:lastModifiedBy>PptxGenJS</cp:lastModifiedBy>
  <cp:revision>1</cp:revision>
  <dcterms:created xsi:type="dcterms:W3CDTF">2026-06-09T02:21:32Z</dcterms:created>
  <dcterms:modified xsi:type="dcterms:W3CDTF">2026-06-09T02:21:32Z</dcterms:modified>
</cp:coreProperties>
</file>